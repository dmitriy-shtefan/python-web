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4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Привітайте групу. Скажіть: сьогодні ми беремо Django і вчимося віддавати дані через API. Після заняття у вас буде власний робочий endpoint. Поїхали!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Аналогія: API — як меню в ресторані. Офіціант (API) несе замовлення на кухню (БД) і повертає вам страву (JSON). Ви не знаєте як готують — ви просто отримуєте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Зверніть увагу: HTML — для людей, JSON — для програм. DRF повертає JSON, яким може скористатися будь-який клієнт: React, Flutter, інший Python-сервіс.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ідея REST: кожна URL — це ресурс, а HTTP-метод визначає дію. GET = читати, POST = створити. Зверніть на таблицю — ці чотири методи покривають 90% вашого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— це просто текст у певному форматі. Python вміє читати його через json.loads() та json.dumps(). DRF робить це автоматично — ви пишете Python-об'єкти, DRF перетворює їх на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Зверніть: DRF додає лише три нові файли до звичайного Django-проєкту. Решта залишається без змін. Ваша модель, міграції, адмінка — все працює як раніше.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Серіалізатор — ключове поняття DRF. Без нього Django не знає, як перетворити QuerySet на JSON. Серіалізатор також перевіряє вхідні дані (валідація) перед збереженням у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Зверніть: всього 5 рядків коду — і серіалізатор готовий! ModelSerializer — це «розумний» серіалізатор, який сам читає вашу модель і генерує відповідні поля. Можна явно перелічити fields = ['id', 'title'] замість '__all__'.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many=True означає: цей серіалізатор очікує список модулів, а не один. read_only=True означає, що ці дані доступні лише для читання через API Course — щоб редагувати модулі, потрібен окремий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@api_view — це декоратор, який повідомляє DRF: 'ця функція приймає HTTP-запити'. У дужках передаємо список дозволених методів: ['GET'], ['GET', 'POST'] тощо. Якщо метод не дозволено — DRF автоматично поверне 405 Method Not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FBV одна функція обробляє кілька методів через if request.method. @api_view(['GET', 'POST']) дозволяє обидва. is_valid() — найважливіша перевірка. Якщо дані некоректні, serializer.errors містить зрозумілі повідомлення. Клієнт отримає 400 і зрозуміє, що виправити.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FBV permissions задаються через декоратор @permission_classes. IsAuthenticatedOrReadOnly — найпопулярніший вибір: курси читають всі, а створювати нові може лише авторизований. Два декоратори — і все готово.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лайв-демо частина. Відкрийте IDE і пройдіть кожен крок разом зі студентами. Зупиняйтесь після кожного кроку, питайте: 'Всі зробили? Є питання?'. Перевіряйте в браузері — DRF має вбудований Browsable API для зручного тестування.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Поясніть: завдання розраховане на 1-2 години. Головна мета — не ідеальний код, а той, що працює. Один endpoint, який повертає реальні дані з вашої БД — це вже справжній API!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Будуємо API з нуля: від теорії до коду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457200"/>
            <a:ext cx="2468880" cy="41148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583680" y="640080"/>
            <a:ext cx="109728" cy="109728"/>
          </a:xfrm>
          <a:prstGeom prst="ellipse">
            <a:avLst/>
          </a:prstGeom>
          <a:solidFill>
            <a:srgbClr val="EC6A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784848" y="640080"/>
            <a:ext cx="109728" cy="109728"/>
          </a:xfrm>
          <a:prstGeom prst="ellipse">
            <a:avLst/>
          </a:prstGeom>
          <a:solidFill>
            <a:srgbClr val="F4BF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6986016" y="640080"/>
            <a:ext cx="109728" cy="109728"/>
          </a:xfrm>
          <a:prstGeom prst="ellipse">
            <a:avLst/>
          </a:prstGeom>
          <a:solidFill>
            <a:srgbClr val="61C55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49224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rest_framework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serializers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1655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2002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CourseSerializer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922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(serializers.ModelSerializer):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Meta: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0" y="3044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Course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 = '__all__'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API і навіщо воно потрібне?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контракт між програмами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просить сервер: «дай мені курси»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47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Мобільний застосунок: «дай мені курси»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865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Інший мікросервіс: «дай мені курси»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254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Всі говорять однією мовою — HTTP + 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3657600" cy="6858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937760" y="960120"/>
            <a:ext cx="73152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12064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/ Мобільний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2148840"/>
            <a:ext cx="3657600" cy="6858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937760" y="2148840"/>
            <a:ext cx="73152" cy="6858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120640" y="2313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(DRF)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3337560"/>
            <a:ext cx="3657600" cy="6858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937760" y="333756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120640" y="3502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43700" y="17602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9352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запит / JSON відповідь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Web-сторінка vs API-відповідь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Звичайна веб-сторінка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749040" cy="30175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&lt;head&gt;&lt;title&gt;Курси&lt;/title&gt;&lt;/head&gt;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7685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&lt;h1&gt;Django Basics&lt;/h1&gt;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&lt;p&gt;12 годин навчання&lt;/p&gt;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&lt;ul&gt;&lt;li&gt;Модуль 1&lt;/li&gt;&lt;/ul&gt;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301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96849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VS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37760" y="960120"/>
            <a:ext cx="3931920" cy="37490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074920" y="1051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API-відповідь (JSON)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508760"/>
            <a:ext cx="3749040" cy="30175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120640" y="16002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9385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227685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"Django Basics",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61518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"duration_hours": 12,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95351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"modules": [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29184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"Модуль 1"}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6301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96849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ресурси, endpoint, HTTP-методи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— це будь-який об'єкт у вашій системі: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14600" y="13716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251460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66344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12280" y="13716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81228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2148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HTTP-методи: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20624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73152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898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Отримати список або один об'єкт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60320"/>
            <a:ext cx="420624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709160" y="2560320"/>
            <a:ext cx="73152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898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новий об'єкт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420624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73152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 PATCH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Оновити існуючий об'єкт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337560"/>
            <a:ext cx="420624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709160" y="3337560"/>
            <a:ext cx="73152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89204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Видалити об'єкт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48640" y="43708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/api/courses/</a:t>
            </a: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повертає список усіх курсів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як формат обміну даними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20440" y="1453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число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"Django Basics",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17922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рядок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9397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"is_active": true,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булевий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43230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"modules": [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7706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10896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"Вступ"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0440" y="3145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масив об'єктів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44728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78561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12394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JSON: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114800" cy="4572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754880" y="14813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4904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Ключі — завжди в лапках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947672"/>
            <a:ext cx="4114800" cy="4572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754880" y="20116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20208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Рядки — в подвійних лапках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478024"/>
            <a:ext cx="4114800" cy="4572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754880" y="25420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551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— без лапок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008376"/>
            <a:ext cx="4114800" cy="4572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754880" y="3072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0815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— маленькими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538728"/>
            <a:ext cx="4114800" cy="4572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754880" y="360273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3611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Масиви — у квадратних дужках [ 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4069080"/>
            <a:ext cx="4114800" cy="45720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4754880" y="413308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41422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Об'єкти — у фігурних дужках { 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DRF вписується у Django-проєкт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Встановлення: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47548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djangorestframework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Додати у settings.py: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114800" cy="14173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INSTALLED_APPS = [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79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'django.contrib.admin',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'rest_framework',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проєкту: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353312"/>
            <a:ext cx="4114800" cy="30175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manage.py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066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myproject/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368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settings.py ← тут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courses/  ← ваш застосунок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models.py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serializers.py  ← NEW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api_views.py    ← NEW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потрібен Serializer?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Serializer — це перекладач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606040" cy="10058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object)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44368" y="17830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63240" y="1463040"/>
            <a:ext cx="2606040" cy="10058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063240" y="146304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(переводить)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33288" y="17830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852160" y="1463040"/>
            <a:ext cx="2606040" cy="10058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98932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(текст для API)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 працює в обидва боки: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841248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Serialization 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об'єкт → JSON (відповідь клієнту)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02920" y="3913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Deserialization 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від клієнта → Python об'єкт (валідація + збереження)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Serializer для моделі Course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749040" cy="21031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django.db import models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82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Course(models.Model):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models.CharField(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478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max_length=200)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= models.TextField()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0083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is_test = </a:t>
            </a:r>
            <a:r>
              <a:rPr lang="en-US" sz="9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models.BooleanField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3AED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serializers.py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4114800" cy="21031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rest_framework import serializers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655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Course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892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130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CourseSerializer(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serializers.ModelSerializer):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606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Meta: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8437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Course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3081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'__all__'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023360" cy="7772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57200" y="3703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ModelSerializer автоматично генерує поля з моделі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566160"/>
            <a:ext cx="4023360" cy="7772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663440" y="356616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846320" y="3703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= '__all__' включає всі поля моделі одразу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Вкладена інформація: Nested Serializer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Хочемо бачити модулі всередині курсу: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937760" cy="33832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ModuleSerializer(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serializers.ModelSerializer):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Meta: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1226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Module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['id', 'name', 'order']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9535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CourseSerializer(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1638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serializers.ModelSerializer):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37413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modules = ModuleSerializer(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58444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many=True, read_only=True)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7947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Meta: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Course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2153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['id', 'title',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42569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'modules']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9496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у JSON: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94960" y="1737360"/>
            <a:ext cx="3474720" cy="30175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532120" y="18288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32120" y="20756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32120" y="23225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"Django Basics",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32120" y="2569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"modules": [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32120" y="28163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32120" y="30632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1,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32120" y="331012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"Вступ",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32120" y="355701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"order": 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32120" y="380390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32120" y="40507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{...}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32120" y="42976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32120" y="454456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View та URL Endpoint /api/courses/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25146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rest_framework.decorators import api_view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rest_framework.response import Response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Course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.serializers import CourseSerializer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@api_view(['GET'])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course_list(request):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courses = Course.objects.all()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0540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serializer = CourseSerializer(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courses, many=True)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Response(serializer.data)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353312"/>
            <a:ext cx="4114800" cy="16459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892040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636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.views import course_list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28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0208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212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path('api/courses/',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404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course_list,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596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name='course-list'),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788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182112"/>
            <a:ext cx="4114800" cy="7772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754880" y="3182112"/>
            <a:ext cx="73152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919472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@api_view — декоратор DRF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Перетворює звичайну функцію на API-ендпоінт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6968" y="417880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886968" y="4187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1168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надсилає GET /api/courses/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417880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2651760" y="4187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65960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маршрутизує на course_list()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16552" y="41788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4416552" y="4187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30752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бере всі курси з БД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81344" y="417880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6181344" y="4187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5544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Серіалізатор перетворює на JSON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46136" y="417880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7946136" y="4187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60336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повертає JSON клієнту ✓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Create-сценарій через POST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303520" cy="36576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@api_view(['GET', 'POST'])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68273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course_list(request):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5755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4683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request.method == 'GET':  # GET /api/courses/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36115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courses = Course.objects.all()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253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serializer = CourseSerializer(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214677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courses, many=True)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40395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Response(serializer.data)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59323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782519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request.method == 'POST':  # POST /api/courses/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9718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serializer = CourseSerializer(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161081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data=request.data)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35036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serializer.is_valid():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53964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serializer.save()  # → CREATE у БД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728923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Response(serializer.data,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9182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status=status.HTTP_201_CREATED)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107485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Response(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29676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serializer.errors, status=400)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960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відбувається: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1417320"/>
            <a:ext cx="3108960" cy="56692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897880" y="1481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request.method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17099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перевіряємо тип запиту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075688"/>
            <a:ext cx="3108960" cy="56692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897880" y="21396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23682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вхідний JSON від клієнта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2734056"/>
            <a:ext cx="3108960" cy="56692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897880" y="27980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is_valid()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97880" y="30266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 дані на валідність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3392424"/>
            <a:ext cx="3108960" cy="56692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89788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7880" y="36850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записує в базу даних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4050792"/>
            <a:ext cx="3108960" cy="56692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897880" y="4114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status=400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97880" y="4343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 — помилка валідації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хто може читати й створювати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Вбудовані класи дозволів DRF: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9768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73152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AllowAny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мають доступ, навіть анонімні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29768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73152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937760" y="1435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82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авторизовані користувачі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429768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73152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5720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IsAdminUser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адміністратори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4297680" cy="658368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73152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3776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IsAuthenticatedOrReadOnly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Читати — всі, змінювати — тільки авторизовані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Застосовуємо у view: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8412480" cy="13716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02920" y="35204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rest_framework.permissions import IsAuthenticatedOrReadOnly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758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rest_framework.decorators import api_view, permission_classes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959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2336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@api_view(['GET', 'POST'])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4714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@permission_classes([IsAuthenticatedOrReadOnly])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course_list(request): ...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Покроковий план: робимо разом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05156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115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djangorestframework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Встановлення пакету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105156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0060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67528" y="1115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INSTALLED_APPS += 'rest_framework'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67528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 у settings.py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06240" cy="105156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65760" y="229514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6576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CourseSerializer(ModelSerializer)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serializers.py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21992"/>
            <a:ext cx="4206240" cy="105156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800600" y="229514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0060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67528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@api_view(['GET', 'POST']) + def course_list()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67528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Написання view з GET і POST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38144"/>
            <a:ext cx="4206240" cy="105156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365760" y="351129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3547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path('api/courses/', course_list)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2688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Підключення URL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438144"/>
            <a:ext cx="4206240" cy="105156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800600" y="351129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8006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3547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runserver → перевіряємо!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67528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Тестуємо в браузері або Postman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Домашнє завдання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18266"/>
            <a:ext cx="8595360" cy="7772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20040" y="119141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20040" y="119141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20970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Візьміть проєкт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0231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Демо-проєкт із заняття або власний Django-проєкт з хоча б однією моделлю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4378"/>
            <a:ext cx="8595360" cy="7772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20040" y="208753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20040" y="20875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0581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Підключіть DRF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9842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+ 'rest_framework' у INSTALLED_APPS — два кроки, одна хвилина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10490"/>
            <a:ext cx="8595360" cy="7772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20040" y="298364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20040" y="29836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00193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Створіть один Serializer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29453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ModelSerializer для будь-якої моделі вашого проєкту (навіть простої)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06602"/>
            <a:ext cx="8595360" cy="777240"/>
          </a:xfrm>
          <a:prstGeom prst="rect">
            <a:avLst/>
          </a:prstGeom>
          <a:solidFill>
            <a:srgbClr val="1A1D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320040" y="387975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20040" y="38797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89804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Реалізуйте read-only endpoint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19065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/api/your-model/ → повертає список об'єктів у JSON. Перевірте в браузері або Postman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1869</Words>
  <Application>Microsoft Macintosh PowerPoint</Application>
  <PresentationFormat>On-screen Show (16:9)</PresentationFormat>
  <Paragraphs>302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REST Framework</dc:title>
  <dc:subject>PptxGenJS Presentation</dc:subject>
  <dc:creator>PptxGenJS</dc:creator>
  <cp:lastModifiedBy>Штефан Дмитро</cp:lastModifiedBy>
  <cp:revision>3</cp:revision>
  <dcterms:created xsi:type="dcterms:W3CDTF">2026-05-17T12:51:12Z</dcterms:created>
  <dcterms:modified xsi:type="dcterms:W3CDTF">2026-05-17T13:01:39Z</dcterms:modified>
</cp:coreProperties>
</file>